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e88e10a02446b3" /><Relationship Type="http://schemas.openxmlformats.org/officeDocument/2006/relationships/extended-properties" Target="/docProps/app.xml" Id="Rf6cfe29e9c1c4cbd" /><Relationship Type="http://schemas.openxmlformats.org/officeDocument/2006/relationships/officeDocument" Target="/ppt/presentation.xml" Id="R5f25026d97474147" /></Relationships>
</file>

<file path=ppt/presentation.xml><?xml version="1.0" encoding="utf-8"?>
<p:presentation xmlns:p="http://schemas.openxmlformats.org/presentationml/2006/main" xmlns:r="http://schemas.openxmlformats.org/officeDocument/2006/relationships" embedTrueTypeFonts="1" saveSubsetFonts="0">
  <p:sldMasterIdLst>
    <p:sldMasterId id="2147483648" r:id="R8845d5be5d394028"/>
  </p:sldMasterIdLst>
  <p:notesMasterIdLst>
    <p:notesMasterId r:id="Re912afc1708d49d6"/>
  </p:notesMasterIdLst>
  <p:sldIdLst>
    <p:sldId id="256" r:id="Rf6e0c0cdd9c54b1c"/>
  </p:sldIdLst>
  <p:sldSz cx="12192000" cy="6858000"/>
  <p:notesSz cx="6858000" cy="9144000"/>
  <p:embeddedFontLst>
    <p:embeddedFont>
      <p:font typeface="Open Sans" pitchFamily="34" charset="0"/>
      <p:regular r:id="rId1"/>
      <p:bold r:id="rId2"/>
      <p:italic r:id="rId3"/>
      <p:boldItalic r:id="rId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:Relationships xmlns:rel="http://schemas.openxmlformats.org/package/2006/relationships"><rel:Relationship Type="http://schemas.openxmlformats.org/officeDocument/2006/relationships/theme" Target="/ppt/theme/theme1.xml" Id="R72b7a6e468104482" /><rel:Relationship Type="http://schemas.openxmlformats.org/officeDocument/2006/relationships/slideMaster" Target="/ppt/slideMasters/slideMaster1.xml" Id="R8845d5be5d394028" /><rel:Relationship Type="http://schemas.openxmlformats.org/officeDocument/2006/relationships/notesMaster" Target="/ppt/notesMasters/notesMaster1.xml" Id="Re912afc1708d49d6" /><rel:Relationship Type="http://schemas.openxmlformats.org/officeDocument/2006/relationships/presProps" Target="/ppt/presProps.xml" Id="Rc1c939e561d94a75" /><rel:Relationship Type="http://schemas.openxmlformats.org/officeDocument/2006/relationships/tableStyles" Target="/ppt/tableStyles.xml" Id="Ra747f8bd42f84a63" /><rel:Relationship Type="http://schemas.openxmlformats.org/officeDocument/2006/relationships/slide" Target="/ppt/slides/slide1.xml" Id="Rf6e0c0cdd9c54b1c" /><rel:Relationship Id="rId1" Type="http://schemas.openxmlformats.org/officeDocument/2006/relationships/font" Target="fonts/OpenSans-Regular.fntdata" /><rel:Relationship Id="rId2" Type="http://schemas.openxmlformats.org/officeDocument/2006/relationships/font" Target="fonts/OpenSans-Bold.fntdata" /><rel:Relationship Id="rId3" Type="http://schemas.openxmlformats.org/officeDocument/2006/relationships/font" Target="fonts/OpenSans-Italic.fntdata" /><rel:Relationship Id="rId4" Type="http://schemas.openxmlformats.org/officeDocument/2006/relationships/font" Target="fonts/OpenSans-BoldItalic.fntdata" /></rel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6ab85d1a0341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e7b652b934027" /><Relationship Type="http://schemas.openxmlformats.org/officeDocument/2006/relationships/notesMaster" Target="/ppt/notesMasters/notesMaster1.xml" Id="R33402a0fb289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Introductory slide for the Stratos Silicon synthetic custom-silicon program management demo. The selected runtime surface is the OpenAI Platform and APIs. Original OpenAI Blossom asset supplied by the presenter, used without alteration; the OpenAI logo belongs to OpenAI. Brand guidance: https://openai.com/brand/ . Background is an AI-generated abstract network illustration, not a photograph or depiction of a real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2e387718a40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0fc0c5f61247a0" /><Relationship Type="http://schemas.openxmlformats.org/officeDocument/2006/relationships/slideLayout" Target="/ppt/slideLayouts/slideLayout1.xml" Id="Rf1f15abd3dbc44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f15abd3dbc44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a2cb405814181" /><Relationship Type="http://schemas.openxmlformats.org/officeDocument/2006/relationships/image" Target="/ppt/media/image.png" Id="Radced270da824355" /><Relationship Type="http://schemas.openxmlformats.org/officeDocument/2006/relationships/image" Target="/ppt/media/image2.png" Id="R5b1e159156744488" /><Relationship Type="http://schemas.openxmlformats.org/officeDocument/2006/relationships/image" Target="/ppt/media/image.svg" Id="Ra82755c380ec44cd" /><Relationship Type="http://schemas.openxmlformats.org/officeDocument/2006/relationships/notesSlide" Target="/ppt/notesSlides/notesSlide1.xml" Id="R5533f11d67294c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ed270da82435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e159156744488">
            <a:extLst>
              <a:ext uri="{96DAC541-7B7A-43D3-8B79-37D633B846F1}">
                <asvg:svgBlip xmlns:asvg="http://schemas.microsoft.com/office/drawing/2016/SVG/main" r:embed="Ra82755c380ec44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72390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3" name="Project">
            <a:extLst xmlns:a="http://schemas.openxmlformats.org/drawingml/2006/main">
              <a:ext uri="{FF2B5EF4-FFF2-40B4-BE49-F238E27FC236}">
                <a16:creationId xmlns:a16="http://schemas.microsoft.com/office/drawing/2014/main" id="{CCDD6A6F-098D-4A09-B709-35449258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97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71CF"/>
                </a:solidFill>
                <a:latin typeface="Open Sans"/>
                <a:ea typeface="Open Sans"/>
                <a:cs typeface="Open Sans"/>
              </a:defRPr>
            </a:pPr>
            <a:r>
              <a:rPr sz="1425" b="0">
                <a:solidFill>
                  <a:srgbClr val="0071CF"/>
                </a:solidFill>
                <a:latin typeface="Open Sans"/>
                <a:ea typeface="Open Sans"/>
                <a:cs typeface="Open Sans"/>
              </a:rPr>
              <a:t>Stratos Silicon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EB923B-F768-4B19-89F4-44FD925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33650"/>
            <a:ext cx="5886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3675" b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Autonomous agents</a:t>
            </a:r>
          </a:p>
          <a:p xmlns:a="http://schemas.openxmlformats.org/drawingml/2006/main">
            <a:pPr>
              <a:defRPr sz="3675" b="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3675" b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for custom silicon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B90AE98-C8C1-4BC1-B6B1-B1715EEA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148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Open Sans"/>
                <a:ea typeface="Open Sans"/>
                <a:cs typeface="Open Sans"/>
              </a:defRPr>
            </a:pPr>
            <a:r>
              <a:rPr sz="1425" b="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Applied AI Architect interview demo</a:t>
            </a:r>
          </a:p>
        </p:txBody>
      </p:sp>
      <p:sp>
        <p:nvSpPr>
          <p:cNvPr id="6" name="Presenter">
            <a:extLst xmlns:a="http://schemas.openxmlformats.org/drawingml/2006/main">
              <a:ext uri="{FF2B5EF4-FFF2-40B4-BE49-F238E27FC236}">
                <a16:creationId xmlns:a16="http://schemas.microsoft.com/office/drawing/2014/main" id="{1272A989-0A17-45AC-81BE-43533A41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198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Nelson Wang</a:t>
            </a:r>
          </a:p>
        </p:txBody>
      </p:sp>
    </p:spTree>
    <p:extLst>
      <p:ext uri="{BB962C8B-B14F-4D97-AF65-F5344CB8AC3E}">
        <p14:creationId xmlns:p14="http://schemas.microsoft.com/office/powerpoint/2010/main" val="1928965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2026-09-14T02:26:01.5410000Z</dcterms:created>
  <dcterms:modified xsi:type="dcterms:W3CDTF">2026-09-14T02:26:01.5410000Z</dcterms:modified>
</coreProperties>
</file>